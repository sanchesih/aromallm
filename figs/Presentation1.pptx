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481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439024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6497833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1234625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01552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161236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5017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111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132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71075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803646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051585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92402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2200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9191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77402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96448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178466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68186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3871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4413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02708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29611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683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207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20644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55798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45386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3415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40709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86117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97275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156093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14929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86723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6549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0132338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614481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6598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11924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63289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330044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99521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000216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0014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3430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353719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27870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00906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677749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92163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16456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18335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26162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51320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2083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24678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610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617138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31195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97024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16476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7802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96061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3352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04516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14414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86382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80681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035830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3013537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31542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41727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58142" y="253999"/>
            <a:ext cx="6501190" cy="3900714"/>
          </a:xfrm>
          <a:prstGeom prst="rect">
            <a:avLst/>
          </a:prstGeom>
        </p:spPr>
      </p:pic>
      <p:pic>
        <p:nvPicPr>
          <p:cNvPr id="37928883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250642" y="4098237"/>
            <a:ext cx="6854047" cy="2741618"/>
          </a:xfrm>
          <a:prstGeom prst="rect">
            <a:avLst/>
          </a:prstGeom>
        </p:spPr>
      </p:pic>
      <p:sp>
        <p:nvSpPr>
          <p:cNvPr id="524797494" name=""/>
          <p:cNvSpPr txBox="1"/>
          <p:nvPr/>
        </p:nvSpPr>
        <p:spPr bwMode="auto">
          <a:xfrm rot="0" flipH="0" flipV="0">
            <a:off x="2984998" y="70939"/>
            <a:ext cx="33607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/>
              <a:t>A</a:t>
            </a:r>
            <a:endParaRPr/>
          </a:p>
        </p:txBody>
      </p:sp>
      <p:sp>
        <p:nvSpPr>
          <p:cNvPr id="341453003" name=""/>
          <p:cNvSpPr txBox="1"/>
          <p:nvPr/>
        </p:nvSpPr>
        <p:spPr bwMode="auto">
          <a:xfrm rot="0" flipH="0" flipV="0">
            <a:off x="2984998" y="3971654"/>
            <a:ext cx="33607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/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2026-06-02T08:08:47Z</dcterms:modified>
</cp:coreProperties>
</file>